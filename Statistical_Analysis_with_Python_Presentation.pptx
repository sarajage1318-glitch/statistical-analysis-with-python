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Statistical Analysis</a:t>
            </a:r>
            <a:br/>
            <a:r>
              <a:t>with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5247" y="3108960"/>
            <a:ext cx="539102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rPr dirty="0"/>
              <a:t>Python Course</a:t>
            </a:r>
          </a:p>
          <a:p>
            <a:pPr algn="ctr">
              <a:defRPr sz="1800"/>
            </a:pPr>
            <a:r>
              <a:rPr dirty="0"/>
              <a:t>Pillai School of Engineering - Pillai University</a:t>
            </a:r>
          </a:p>
          <a:p>
            <a:pPr algn="ctr">
              <a:defRPr sz="1800"/>
            </a:pPr>
            <a:r>
              <a:rPr dirty="0"/>
              <a:t>Name: </a:t>
            </a:r>
            <a:r>
              <a:rPr lang="en-US" u="sng" dirty="0"/>
              <a:t>Sara Nitin Jage</a:t>
            </a:r>
            <a:r>
              <a:rPr u="sng" dirty="0"/>
              <a:t>_</a:t>
            </a:r>
            <a:r>
              <a:rPr lang="en-US" u="sng" dirty="0"/>
              <a:t>  </a:t>
            </a:r>
            <a:r>
              <a:rPr dirty="0"/>
              <a:t>Roll No.: ____</a:t>
            </a:r>
            <a:r>
              <a:rPr u="sng" dirty="0"/>
              <a:t>__</a:t>
            </a:r>
            <a:r>
              <a:rPr lang="en-US" u="sng" dirty="0"/>
              <a:t>CEB318</a:t>
            </a:r>
            <a:r>
              <a:rPr dirty="0"/>
              <a:t>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What is Statistical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Turning raw numbers into useful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77440"/>
            <a:ext cx="17373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Raw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3063240"/>
            <a:ext cx="64008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34640" y="2377440"/>
            <a:ext cx="17373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Organize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063240"/>
            <a:ext cx="64008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12080" y="2377440"/>
            <a:ext cx="17373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Calculate</a:t>
            </a:r>
            <a:br/>
            <a:r>
              <a:t>Statistics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0" y="3063240"/>
            <a:ext cx="64008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89520" y="2377440"/>
            <a:ext cx="17373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Find Patterns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3063240"/>
            <a:ext cx="64008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966960" y="2377440"/>
            <a:ext cx="173736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Make</a:t>
            </a:r>
            <a:br/>
            <a:r>
              <a:t>Conclusions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Example: Student marks → average → performance pattern →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Why Use Python for Statistics?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Easy-to-understand syntax for beginners</a:t>
            </a:r>
          </a:p>
          <a:p>
            <a:pPr>
              <a:spcAft>
                <a:spcPts val="1300"/>
              </a:spcAft>
              <a:defRPr sz="2100"/>
            </a:pPr>
            <a:r>
              <a:t>Performs calculations quickly and accurately</a:t>
            </a:r>
          </a:p>
          <a:p>
            <a:pPr>
              <a:spcAft>
                <a:spcPts val="1300"/>
              </a:spcAft>
              <a:defRPr sz="2100"/>
            </a:pPr>
            <a:r>
              <a:t>Handles large amounts of data</a:t>
            </a:r>
          </a:p>
          <a:p>
            <a:pPr>
              <a:spcAft>
                <a:spcPts val="1300"/>
              </a:spcAft>
              <a:defRPr sz="2100"/>
            </a:pPr>
            <a:r>
              <a:t>Provides charts and graphs</a:t>
            </a:r>
          </a:p>
          <a:p>
            <a:pPr>
              <a:spcAft>
                <a:spcPts val="1300"/>
              </a:spcAft>
              <a:defRPr sz="2100"/>
            </a:pPr>
            <a:r>
              <a:t>Many useful libraries are available</a:t>
            </a:r>
          </a:p>
          <a:p>
            <a:pPr>
              <a:spcAft>
                <a:spcPts val="1300"/>
              </a:spcAft>
              <a:defRPr sz="2100"/>
            </a:pPr>
            <a:r>
              <a:t>Analysis can be repeated whenever the data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Python Libraries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Each library has a different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03120"/>
            <a:ext cx="1965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NumPy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794760"/>
            <a:ext cx="19659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/>
            </a:pPr>
            <a:r>
              <a:t>Numerical</a:t>
            </a:r>
            <a:br/>
            <a:r>
              <a:t>calculations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99032" y="3246120"/>
            <a:ext cx="0" cy="54864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70632" y="2103120"/>
            <a:ext cx="1965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0632" y="3794760"/>
            <a:ext cx="19659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/>
            </a:pPr>
            <a:r>
              <a:t>Data</a:t>
            </a:r>
            <a:br/>
            <a:r>
              <a:t>handling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58184" y="3246120"/>
            <a:ext cx="0" cy="54864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9784" y="2103120"/>
            <a:ext cx="1965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Matplotlib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9784" y="3794760"/>
            <a:ext cx="19659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/>
            </a:pPr>
            <a:r>
              <a:t>Graphs &amp;</a:t>
            </a:r>
            <a:br/>
            <a:r>
              <a:t>charts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246120"/>
            <a:ext cx="0" cy="54864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88936" y="2103120"/>
            <a:ext cx="1965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SciPy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936" y="3794760"/>
            <a:ext cx="19659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/>
            </a:pPr>
            <a:r>
              <a:t>Scientific &amp;</a:t>
            </a:r>
            <a:br/>
            <a:r>
              <a:t>statistical tools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76488" y="3246120"/>
            <a:ext cx="0" cy="54864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48088" y="2103120"/>
            <a:ext cx="196596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Statsmodels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48088" y="3794760"/>
            <a:ext cx="19659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0"/>
            </a:pPr>
            <a:r>
              <a:t>Statistical</a:t>
            </a:r>
            <a:br/>
            <a:r>
              <a:t>models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35640" y="3246120"/>
            <a:ext cx="0" cy="54864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Types of Statistical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47548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/>
            </a:pPr>
            <a:r>
              <a:t>DESCRIPTIVE STATISTICS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828800"/>
            <a:ext cx="47548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 b="1"/>
            </a:pPr>
            <a:r>
              <a:t>INFERENTIAL 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49039"/>
            <a:ext cx="42976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0"/>
            </a:pPr>
            <a:r>
              <a:t>Mean</a:t>
            </a:r>
            <a:br/>
            <a:r>
              <a:t>Median</a:t>
            </a:r>
            <a:br/>
            <a:r>
              <a:t>Standard Deviation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3749039"/>
            <a:ext cx="4297680" cy="1371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0"/>
            </a:pPr>
            <a:r>
              <a:t>Correlation</a:t>
            </a:r>
            <a:br/>
            <a:r>
              <a:t>Regression</a:t>
            </a:r>
            <a:br/>
            <a:r>
              <a:t>Hypothesis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Important Statistical Measures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3063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Mean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30632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Average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508760"/>
            <a:ext cx="3063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Median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468880"/>
            <a:ext cx="30632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Middle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508760"/>
            <a:ext cx="3063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Minimum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468880"/>
            <a:ext cx="30632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Smallest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3063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Maximum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26280"/>
            <a:ext cx="30632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Largest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566160"/>
            <a:ext cx="3063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526280"/>
            <a:ext cx="30632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Amount of variation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566160"/>
            <a:ext cx="3063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Std. Deviation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526280"/>
            <a:ext cx="3063240" cy="6583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Spread around mean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Example: Student 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10972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65   72   80   55   90   68   75   82   60   78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71800"/>
            <a:ext cx="1874519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86200"/>
            <a:ext cx="1874519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0"/>
            </a:pPr>
            <a:r>
              <a:t>72.5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9232" y="2971800"/>
            <a:ext cx="1874519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Median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3886200"/>
            <a:ext cx="1874519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0"/>
            </a:pPr>
            <a:r>
              <a:t>73.5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66944" y="2971800"/>
            <a:ext cx="1874519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Minimum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66944" y="3886200"/>
            <a:ext cx="1874519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0"/>
            </a:pPr>
            <a: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34656" y="2971800"/>
            <a:ext cx="1874519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Maximum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4656" y="3886200"/>
            <a:ext cx="1874519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0"/>
            </a:pPr>
            <a:r>
              <a:t>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02368" y="2971800"/>
            <a:ext cx="1874519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Std. Dev.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3886200"/>
            <a:ext cx="1874519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900" b="0"/>
            </a:pPr>
            <a:r>
              <a:t>≈ 10.42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Using Pandas for Data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468880"/>
            <a:ext cx="1874519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Create DataFrame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77439" y="3035808"/>
            <a:ext cx="45720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34639" y="2468880"/>
            <a:ext cx="1874519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View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09159" y="3035808"/>
            <a:ext cx="45720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166359" y="2468880"/>
            <a:ext cx="1874519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Clean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79" y="3035808"/>
            <a:ext cx="45720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79" y="2468880"/>
            <a:ext cx="1874519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Analyze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72600" y="3035808"/>
            <a:ext cx="45720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829800" y="2468880"/>
            <a:ext cx="1874519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Summarize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572000"/>
            <a:ext cx="356616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df.describe() → quick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Visualization of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011680"/>
            <a:ext cx="19202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Histogram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33832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Distribution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3017520"/>
            <a:ext cx="0" cy="36576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70632" y="2011680"/>
            <a:ext cx="19202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Bar Chart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0632" y="33832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Compare categories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30752" y="3017520"/>
            <a:ext cx="0" cy="36576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9784" y="2011680"/>
            <a:ext cx="19202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33832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Show trends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9904" y="3017520"/>
            <a:ext cx="0" cy="36576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88936" y="2011680"/>
            <a:ext cx="19202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Scatter Plot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8936" y="33832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Relationship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49056" y="3017520"/>
            <a:ext cx="0" cy="36576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48088" y="2011680"/>
            <a:ext cx="192024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/>
            </a:pPr>
            <a:r>
              <a:t>Box Plot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48088" y="3383280"/>
            <a:ext cx="19202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0"/>
            </a:pPr>
            <a:r>
              <a:t>Spread &amp; outliers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08208" y="3017520"/>
            <a:ext cx="0" cy="36576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Real-World Applications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54480"/>
            <a:ext cx="30632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Education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88920"/>
            <a:ext cx="30632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/>
            </a:pPr>
            <a:r>
              <a:t>Marks &amp;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554480"/>
            <a:ext cx="30632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788920"/>
            <a:ext cx="30632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/>
            </a:pPr>
            <a:r>
              <a:t>Sales &amp;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554480"/>
            <a:ext cx="30632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Healthcare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88920"/>
            <a:ext cx="30632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/>
            </a:pPr>
            <a:r>
              <a:t>Research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11880"/>
            <a:ext cx="30632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Finance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46320"/>
            <a:ext cx="30632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/>
            </a:pPr>
            <a:r>
              <a:t>Trends &amp;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611880"/>
            <a:ext cx="30632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Sports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846320"/>
            <a:ext cx="30632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/>
            </a:pPr>
            <a:r>
              <a:t>Player performance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611880"/>
            <a:ext cx="3063240" cy="1143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Data Science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4846320"/>
            <a:ext cx="30632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0"/>
            </a:pPr>
            <a:r>
              <a:t>Exploration &amp; 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Advantages and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08760"/>
            <a:ext cx="512064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/>
            </a:pPr>
            <a:r>
              <a:t>ADVANTAGES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55080" y="1508760"/>
            <a:ext cx="512064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100" b="1"/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Easy to learn</a:t>
            </a:r>
          </a:p>
          <a:p>
            <a:pPr>
              <a:spcAft>
                <a:spcPts val="1300"/>
              </a:spcAft>
              <a:defRPr sz="2100"/>
            </a:pPr>
            <a:r>
              <a:t>Fast calculations</a:t>
            </a:r>
          </a:p>
          <a:p>
            <a:pPr>
              <a:spcAft>
                <a:spcPts val="1300"/>
              </a:spcAft>
              <a:defRPr sz="2100"/>
            </a:pPr>
            <a:r>
              <a:t>Many libraries</a:t>
            </a:r>
          </a:p>
          <a:p>
            <a:pPr>
              <a:spcAft>
                <a:spcPts val="1300"/>
              </a:spcAft>
              <a:defRPr sz="2100"/>
            </a:pPr>
            <a:r>
              <a:t>Automation &amp; 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Wrong method can mislead</a:t>
            </a:r>
          </a:p>
          <a:p>
            <a:pPr>
              <a:spcAft>
                <a:spcPts val="1300"/>
              </a:spcAft>
              <a:defRPr sz="2100"/>
            </a:pPr>
            <a:r>
              <a:t>Data quality matters</a:t>
            </a:r>
          </a:p>
          <a:p>
            <a:pPr>
              <a:spcAft>
                <a:spcPts val="1300"/>
              </a:spcAft>
              <a:defRPr sz="2100"/>
            </a:pPr>
            <a:r>
              <a:t>Statistics needs interpretation</a:t>
            </a:r>
          </a:p>
          <a:p>
            <a:pPr>
              <a:spcAft>
                <a:spcPts val="1300"/>
              </a:spcAft>
              <a:defRPr sz="2100"/>
            </a:pPr>
            <a:r>
              <a:t>Code alone is not enough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Complete Statistical Analysis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2423160"/>
            <a:ext cx="16002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Collect</a:t>
            </a:r>
            <a:br/>
            <a:r>
              <a:t>Data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920240" y="3044952"/>
            <a:ext cx="36576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2423160"/>
            <a:ext cx="16002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Clean</a:t>
            </a:r>
            <a:br/>
            <a:r>
              <a:t>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3044952"/>
            <a:ext cx="36576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51959" y="2423160"/>
            <a:ext cx="16002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Explore</a:t>
            </a:r>
            <a:br/>
            <a: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59" y="3044952"/>
            <a:ext cx="36576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17919" y="2423160"/>
            <a:ext cx="16002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Calculate</a:t>
            </a:r>
            <a:br/>
            <a:r>
              <a:t>Statistics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18119" y="3044952"/>
            <a:ext cx="36576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79" y="2423160"/>
            <a:ext cx="16002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Visualize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84080" y="3044952"/>
            <a:ext cx="365760" cy="0"/>
          </a:xfrm>
          <a:prstGeom prst="line">
            <a:avLst/>
          </a:prstGeom>
          <a:ln w="317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149840" y="2423160"/>
            <a:ext cx="160020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t>Interpret</a:t>
            </a:r>
            <a:br/>
            <a:r>
              <a:t>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663440"/>
            <a:ext cx="530352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Question → Data → Analysis → Insight → Decision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Python makes statistical analysis simple and repeatable.</a:t>
            </a:r>
          </a:p>
          <a:p>
            <a:pPr>
              <a:spcAft>
                <a:spcPts val="1300"/>
              </a:spcAft>
              <a:defRPr sz="2100"/>
            </a:pPr>
            <a:r>
              <a:t>NumPy helps with numerical calculations.</a:t>
            </a:r>
          </a:p>
          <a:p>
            <a:pPr>
              <a:spcAft>
                <a:spcPts val="1300"/>
              </a:spcAft>
              <a:defRPr sz="2100"/>
            </a:pPr>
            <a:r>
              <a:t>Pandas helps organize and summarize data.</a:t>
            </a:r>
          </a:p>
          <a:p>
            <a:pPr>
              <a:spcAft>
                <a:spcPts val="1300"/>
              </a:spcAft>
              <a:defRPr sz="2100"/>
            </a:pPr>
            <a:r>
              <a:t>Matplotlib helps communicate results visually.</a:t>
            </a:r>
          </a:p>
          <a:p>
            <a:pPr>
              <a:spcAft>
                <a:spcPts val="1300"/>
              </a:spcAft>
              <a:defRPr sz="2100"/>
            </a:pPr>
            <a:r>
              <a:t>Statistics helps us make better decisions from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5532120"/>
            <a:ext cx="5943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000" b="1"/>
            </a:pPr>
            <a:r>
              <a:t>Thank you!  Questions?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Submission Links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27432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Medium Blog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7132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0"/>
            </a:pPr>
            <a:r>
              <a:t>Paste your Medium URL 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71800"/>
            <a:ext cx="27432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GitHub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971800"/>
            <a:ext cx="7132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0"/>
            </a:pPr>
            <a:r>
              <a:t>Paste your GitHub URL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480560"/>
            <a:ext cx="27432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800" b="1"/>
            </a:pPr>
            <a:r>
              <a:t>YouTube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4480560"/>
            <a:ext cx="71323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500" b="0"/>
            </a:pPr>
            <a:r>
              <a:t>Paste your YouTube URL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394</Words>
  <Application>Microsoft Office PowerPoint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jage</cp:lastModifiedBy>
  <cp:revision>2</cp:revision>
  <dcterms:created xsi:type="dcterms:W3CDTF">2013-01-27T09:14:16Z</dcterms:created>
  <dcterms:modified xsi:type="dcterms:W3CDTF">2026-10-05T15:53:09Z</dcterms:modified>
  <cp:category/>
</cp:coreProperties>
</file>